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Laptop to Enterprise-Grade Diligence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kept deliberately lean locally is exactly what industrialises.</a:t>
            </a:r>
            <a:pPr algn="l" indent="0" marL="0">
              <a:buNone/>
            </a:pPr>
            <a:r>
              <a:rPr lang="en-US" sz="13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axis below maps to a decision we made on purpose.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727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Ingestion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CSV read on one machine.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warehouse (BigQuery / Snowflake), partitioned by entity &amp; period; dbt / Airflow pipeline; incremental loads over millions of rows.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5727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47488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53712" y="21031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board papers passed in full context.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Document-AI / OCR service, embeddings + vector store, RAG over thousands of mixed files (PDFs, scans, email, XLS) — where RAG finally earns its place.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5727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87968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 &amp; Projects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94192" y="21031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analysis run.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project workspaces, RBAC + SSO, row-level security so many analysts across many deals stay cleanly separated.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3159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07008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Architecture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3232" y="48463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script, synchronous.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services, async job queue for analysis runs, autoscaling workers, and a caching layer for repeat views.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43159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47488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LLM-Ops &amp; Accuracy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53712" y="48463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Opus call; in-code numeric guardrail.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(cheap-extract / strong-reason), prompt caching, per-tenant cost controls; guardrail promoted to a formal eval harness with figure-to-source lineage.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A3670"/>
          </a:solidFill>
          <a:ln/>
          <a:effectLst>
            <a:outerShdw sx="100000" sy="100000" kx="0" ky="0" algn="bl" rotWithShape="0" blurRad="76200" dist="38100" dir="5400000">
              <a:srgbClr val="0A123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31596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87968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Governance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94192" y="484632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files on local disk.</a:t>
            </a:r>
            <a:endParaRPr lang="en-US" sz="1100" dirty="0"/>
          </a:p>
          <a:p>
            <a:pPr algn="l"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audit logging, retention, SOC 2; MNPI / insider-information controls on board papers, plus human-in-the-loop sign-off.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— AI-Driven Financial Due Diligence  ·  Section 3.4: Local prototype to enterprise product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2026-07-22T12:31:26Z</dcterms:created>
  <dcterms:modified xsi:type="dcterms:W3CDTF">2026-07-22T12:31:26Z</dcterms:modified>
</cp:coreProperties>
</file>